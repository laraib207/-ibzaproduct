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Brand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Flying Buds (Gaming Ecosystem)</a:t>
            </a:r>
          </a:p>
          <a:p>
            <a:r>
              <a:t>      ↓</a:t>
            </a:r>
          </a:p>
          <a:p>
            <a:r>
              <a:t>@iBzA (Lifestyle Brand)</a:t>
            </a:r>
          </a:p>
          <a:p>
            <a:r>
              <a:t>      ↓</a:t>
            </a:r>
          </a:p>
          <a:p>
            <a:r>
              <a:t>Aero Shift (Flagship Bottle)</a:t>
            </a:r>
          </a:p>
          <a:p>
            <a:r>
              <a:t>      ↓</a:t>
            </a:r>
          </a:p>
          <a:p>
            <a:r>
              <a:t>Hydration • Focus •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Problem →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Problem:</a:t>
            </a:r>
          </a:p>
          <a:p>
            <a:r>
              <a:t>• Poor hydration</a:t>
            </a:r>
          </a:p>
          <a:p>
            <a:r>
              <a:t>• Plastic waste</a:t>
            </a:r>
          </a:p>
          <a:p>
            <a:r>
              <a:t>• Low quality bottles</a:t>
            </a:r>
          </a:p>
          <a:p/>
          <a:p>
            <a:r>
              <a:t>Solution:</a:t>
            </a:r>
          </a:p>
          <a:p>
            <a:r>
              <a:t>Aero Shift premium reusable bottle for gamers, students, athletes and professionals.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Bottle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Carry Loop</a:t>
            </a:r>
          </a:p>
          <a:p>
            <a:r>
              <a:t>↓</a:t>
            </a:r>
          </a:p>
          <a:p>
            <a:r>
              <a:t>Steel Cap</a:t>
            </a:r>
          </a:p>
          <a:p>
            <a:r>
              <a:t>↓</a:t>
            </a:r>
          </a:p>
          <a:p>
            <a:r>
              <a:t>Leak-Proof Seal</a:t>
            </a:r>
          </a:p>
          <a:p>
            <a:r>
              <a:t>↓</a:t>
            </a:r>
          </a:p>
          <a:p>
            <a:r>
              <a:t>Wide Mouth</a:t>
            </a:r>
          </a:p>
          <a:p>
            <a:r>
              <a:t>↓</a:t>
            </a:r>
          </a:p>
          <a:p>
            <a:r>
              <a:t>Inner Steel Layer</a:t>
            </a:r>
          </a:p>
          <a:p>
            <a:r>
              <a:t>↓</a:t>
            </a:r>
          </a:p>
          <a:p>
            <a:r>
              <a:t>Vacuum Layer</a:t>
            </a:r>
          </a:p>
          <a:p>
            <a:r>
              <a:t>↓</a:t>
            </a:r>
          </a:p>
          <a:p>
            <a:r>
              <a:t>Outer Steel Layer</a:t>
            </a:r>
          </a:p>
          <a:p>
            <a:r>
              <a:t>↓</a:t>
            </a:r>
          </a:p>
          <a:p>
            <a:r>
              <a:t>Matte Coating</a:t>
            </a:r>
          </a:p>
          <a:p>
            <a:r>
              <a:t>↓</a:t>
            </a:r>
          </a:p>
          <a:p>
            <a:r>
              <a:t>Laser Branding</a:t>
            </a:r>
          </a:p>
          <a:p>
            <a:r>
              <a:t>↓</a:t>
            </a:r>
          </a:p>
          <a:p>
            <a:r>
              <a:t>Impact 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Manufacturing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Research → Sketch → CAD Design → Prototype → Material Selection → Body Forming → Vacuum Insulation → Powder Coating → Logo Printing → Assembly → Testing → Packaging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Gaming / Study / Work</a:t>
            </a:r>
          </a:p>
          <a:p>
            <a:r>
              <a:t>↓</a:t>
            </a:r>
          </a:p>
          <a:p>
            <a:r>
              <a:t>Need Hydration</a:t>
            </a:r>
          </a:p>
          <a:p>
            <a:r>
              <a:t>↓</a:t>
            </a:r>
          </a:p>
          <a:p>
            <a:r>
              <a:t>Aero Shift</a:t>
            </a:r>
          </a:p>
          <a:p>
            <a:r>
              <a:t>↓</a:t>
            </a:r>
          </a:p>
          <a:p>
            <a:r>
              <a:t>Better Focus</a:t>
            </a:r>
          </a:p>
          <a:p>
            <a:r>
              <a:t>↓</a:t>
            </a:r>
          </a:p>
          <a:p>
            <a:r>
              <a:t>Better Performance</a:t>
            </a:r>
          </a:p>
          <a:p>
            <a:r>
              <a:t>↓</a:t>
            </a:r>
          </a:p>
          <a:p>
            <a:r>
              <a:t>Better Lifestyle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Business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Flying Buds Community</a:t>
            </a:r>
          </a:p>
          <a:p>
            <a:r>
              <a:t>↓</a:t>
            </a:r>
          </a:p>
          <a:p>
            <a:r>
              <a:t>@iBzA Brand</a:t>
            </a:r>
          </a:p>
          <a:p>
            <a:r>
              <a:t>↓</a:t>
            </a:r>
          </a:p>
          <a:p>
            <a:r>
              <a:t>Aero Shift Launch</a:t>
            </a:r>
          </a:p>
          <a:p>
            <a:r>
              <a:t>↓</a:t>
            </a:r>
          </a:p>
          <a:p>
            <a:r>
              <a:t>Merchandise</a:t>
            </a:r>
          </a:p>
          <a:p>
            <a:r>
              <a:t>↓</a:t>
            </a:r>
          </a:p>
          <a:p>
            <a:r>
              <a:t>Future Products</a:t>
            </a:r>
          </a:p>
          <a:p>
            <a:r>
              <a:t>↓</a:t>
            </a:r>
          </a:p>
          <a:p>
            <a:r>
              <a:t>Ecosystem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