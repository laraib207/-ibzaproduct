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AERO SHIFT - COMPLETE BRAND &amp; ENGINEERING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PRODUCT VISION</a:t>
            </a:r>
          </a:p>
          <a:p>
            <a:r>
              <a:t>Aero Shift = Premium Performance Hydration Bottle</a:t>
            </a:r>
          </a:p>
          <a:p/>
          <a:p>
            <a:r>
              <a:t>ENGINEERING STRUCTURE</a:t>
            </a:r>
          </a:p>
          <a:p>
            <a:r>
              <a:t>1. Carry Loop</a:t>
            </a:r>
          </a:p>
          <a:p>
            <a:r>
              <a:t>2. Stainless Steel Cap</a:t>
            </a:r>
          </a:p>
          <a:p>
            <a:r>
              <a:t>3. Food Grade Leak-Proof Seal</a:t>
            </a:r>
          </a:p>
          <a:p>
            <a:r>
              <a:t>4. Wide Mouth Opening</a:t>
            </a:r>
          </a:p>
          <a:p>
            <a:r>
              <a:t>5. Double Wall Vacuum Chamber</a:t>
            </a:r>
          </a:p>
          <a:p>
            <a:r>
              <a:t>6. Stainless Steel Inner Layer</a:t>
            </a:r>
          </a:p>
          <a:p>
            <a:r>
              <a:t>7. Stainless Steel Outer Layer</a:t>
            </a:r>
          </a:p>
          <a:p>
            <a:r>
              <a:t>8. Premium Matte Coating</a:t>
            </a:r>
          </a:p>
          <a:p>
            <a:r>
              <a:t>9. Laser Printed Branding</a:t>
            </a:r>
          </a:p>
          <a:p>
            <a:r>
              <a:t>10. Non-Slip Impact Resistant Base</a:t>
            </a:r>
          </a:p>
          <a:p/>
          <a:p>
            <a:r>
              <a:t>USER BENEFITS</a:t>
            </a:r>
          </a:p>
          <a:p>
            <a:r>
              <a:t>• Cold 24 Hours</a:t>
            </a:r>
          </a:p>
          <a:p>
            <a:r>
              <a:t>• Hot 12 Hours</a:t>
            </a:r>
          </a:p>
          <a:p>
            <a:r>
              <a:t>• BPA Free</a:t>
            </a:r>
          </a:p>
          <a:p>
            <a:r>
              <a:t>• Leak Proof</a:t>
            </a:r>
          </a:p>
          <a:p>
            <a:r>
              <a:t>• Sports &amp; Travel Ready</a:t>
            </a:r>
          </a:p>
          <a:p/>
          <a:p>
            <a:r>
              <a:t>MANUFACTURING FLOW</a:t>
            </a:r>
          </a:p>
          <a:p>
            <a:r>
              <a:t>Research → CAD Design → Prototype → Material Selection → Body Forming</a:t>
            </a:r>
          </a:p>
          <a:p>
            <a:r>
              <a:t>→ Vacuum Insulation → Powder Coating → Logo Printing → Assembly</a:t>
            </a:r>
          </a:p>
          <a:p>
            <a:r>
              <a:t>→ Quality Testing → Packaging → Distribution</a:t>
            </a:r>
          </a:p>
          <a:p/>
          <a:p>
            <a:r>
              <a:t>BRANDING FLOW</a:t>
            </a:r>
          </a:p>
          <a:p>
            <a:r>
              <a:t>iBzA Brand → Aero Shift Product → Flying Buds Ecosystem</a:t>
            </a:r>
          </a:p>
          <a:p>
            <a:r>
              <a:t>→ Performance → Hydration → Focus → Productivity</a:t>
            </a:r>
          </a:p>
          <a:p/>
          <a:p>
            <a:r>
              <a:t>INVESTOR STORY</a:t>
            </a:r>
          </a:p>
          <a:p>
            <a:r>
              <a:t>Problem → Hydration Neglect</a:t>
            </a:r>
          </a:p>
          <a:p>
            <a:r>
              <a:t>Solution → Premium Smart Lifestyle Bottle</a:t>
            </a:r>
          </a:p>
          <a:p>
            <a:r>
              <a:t>Market → Athletes, Students, Professionals, Travelers</a:t>
            </a:r>
          </a:p>
          <a:p>
            <a:r>
              <a:t>Revenue → Direct Sales, Merchandise, Partnerships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